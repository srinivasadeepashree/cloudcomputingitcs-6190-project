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146b8d72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146b8d7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146b8d72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146b8d72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146b8d72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8146b8d72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146b8d72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8146b8d72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146b8d72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8146b8d72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146b8d72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8146b8d72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146b8d72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146b8d72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8146b8d728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8146b8d72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7B7B7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CUSTOMER TREND ANALYSIS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6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840" u="sng">
                <a:latin typeface="Times New Roman"/>
                <a:ea typeface="Times New Roman"/>
                <a:cs typeface="Times New Roman"/>
                <a:sym typeface="Times New Roman"/>
              </a:rPr>
              <a:t>Team members</a:t>
            </a:r>
            <a:endParaRPr sz="1840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840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840">
                <a:latin typeface="Times New Roman"/>
                <a:ea typeface="Times New Roman"/>
                <a:cs typeface="Times New Roman"/>
                <a:sym typeface="Times New Roman"/>
              </a:rPr>
              <a:t>DeepaShree Srinivasa</a:t>
            </a:r>
            <a:endParaRPr sz="184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840">
                <a:latin typeface="Times New Roman"/>
                <a:ea typeface="Times New Roman"/>
                <a:cs typeface="Times New Roman"/>
                <a:sym typeface="Times New Roman"/>
              </a:rPr>
              <a:t>Vasudha Maganti</a:t>
            </a:r>
            <a:endParaRPr sz="184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840">
                <a:latin typeface="Times New Roman"/>
                <a:ea typeface="Times New Roman"/>
                <a:cs typeface="Times New Roman"/>
                <a:sym typeface="Times New Roman"/>
              </a:rPr>
              <a:t>Sasi Vadana Atluri</a:t>
            </a:r>
            <a:endParaRPr sz="184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840">
                <a:latin typeface="Times New Roman"/>
                <a:ea typeface="Times New Roman"/>
                <a:cs typeface="Times New Roman"/>
                <a:sym typeface="Times New Roman"/>
              </a:rPr>
              <a:t>Sai Tarun</a:t>
            </a:r>
            <a:endParaRPr sz="184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840">
                <a:latin typeface="Times New Roman"/>
                <a:ea typeface="Times New Roman"/>
                <a:cs typeface="Times New Roman"/>
                <a:sym typeface="Times New Roman"/>
              </a:rPr>
              <a:t>Manish Yendeti</a:t>
            </a:r>
            <a:endParaRPr sz="184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54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7B7B7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	</a:t>
            </a: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481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60"/>
              <a:buFont typeface="Times New Roman"/>
              <a:buChar char="•"/>
            </a:pPr>
            <a:r>
              <a:rPr lang="en" sz="246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this project we will be able to analyze customer shopping patterns and preferences.</a:t>
            </a:r>
            <a:endParaRPr sz="246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481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60"/>
              <a:buFont typeface="Times New Roman"/>
              <a:buChar char="•"/>
            </a:pPr>
            <a:r>
              <a:rPr lang="en" sz="246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Improves business decision-making with insights</a:t>
            </a:r>
            <a:endParaRPr sz="246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481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60"/>
              <a:buFont typeface="Times New Roman"/>
              <a:buChar char="•"/>
            </a:pPr>
            <a:r>
              <a:rPr lang="en" sz="246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Enables personalized marketing and Boosts revenue </a:t>
            </a:r>
            <a:endParaRPr sz="246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481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60"/>
              <a:buFont typeface="Times New Roman"/>
              <a:buChar char="•"/>
            </a:pPr>
            <a:r>
              <a:rPr lang="en" sz="246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Optimizes inventory management based on demand</a:t>
            </a:r>
            <a:endParaRPr sz="246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7B7B7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Why Apache Spark?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Spark Streaming can handle real-time purchase and transaction data, allowing businesses to adapt instantly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Runs seamlessly on clusters and cloud platforms (AWS, Azure, GCP).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data (transactions, demographics, purchase history) can grow into millions of records.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Spark’s distributed computing allows parallel processing, making it much faster than traditional tools.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7B7B7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DATASET OVERVIEW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8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Selected: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Shopping trends Dataset (2024–2025)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Kaggle, compiled from daily records (3900+ records) covering most of the States in the USA.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 Include: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Age, Gender, Location,Category, Amount, Size, Color, Season,Subscription, Previous Purchases, Frequency,Discount, Promo Code and Payment Method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7B7B7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1428"/>
              <a:buFont typeface="Arial"/>
              <a:buNone/>
            </a:pPr>
            <a:r>
              <a:rPr b="1" lang="en" sz="3500">
                <a:latin typeface="Times New Roman"/>
                <a:ea typeface="Times New Roman"/>
                <a:cs typeface="Times New Roman"/>
                <a:sym typeface="Times New Roman"/>
              </a:rPr>
              <a:t>Why Choose This Dataset?</a:t>
            </a:r>
            <a:endParaRPr b="1"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ich customer attributes like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demographics , shopping behavior and preferences (payment, shipping), making it ideal for trend analysis.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Covers End-to-End Shopping Journey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essence, From purchase amount to subscription status, discounts, and reviews, it provides a complete view of customer behavior.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Multiple ML Tasks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,can be used for classification (subscribed vs non-subscribed), clustering (grouping customers), recommendation systems (ALS), and regression (predicting purchase amount).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7B7B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PROJECT GOAL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7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Preparation &amp; Processing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and process customer shopping dataset in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Apache Spark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scalability.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Normalize numerical features (e.g., purchase amount) for consistent analysis.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Exploratory Insights with Spark SQL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 product categories purchased per age group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the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of subscription status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 purchase frequency.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7B7B7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PROJECT GOAL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71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Study the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correlation between discounts/promo codes and purchase amounts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Determine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payment method generates the highest average purchase amount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Analysis with MLlib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Segmentation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Compare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subscribed vs non-subscribed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customers.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Regional Trends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Study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urban vs rural state shopping habits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Seasonal Insights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Discover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popular categories in Winter vs Summer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Predictive Modeling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Predict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purchase amount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demographics and past behavior (Regression models).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7B7B7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demonstrates how </a:t>
            </a: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big data technologies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 transform retail/e-commerce decision-making.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MLlib enabled </a:t>
            </a: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analytics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segmentation, seasonal insights, recommendations, geographical trends, and predictive modeling.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Businesses can use these insights to improve </a:t>
            </a: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personalization, marketing strategies, inventory management, and customer satisfaction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99999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214200" y="2230025"/>
            <a:ext cx="8520600" cy="8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520">
                <a:latin typeface="Times New Roman"/>
                <a:ea typeface="Times New Roman"/>
                <a:cs typeface="Times New Roman"/>
                <a:sym typeface="Times New Roman"/>
              </a:rPr>
              <a:t>THANKYOU!</a:t>
            </a:r>
            <a:endParaRPr b="1" sz="35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